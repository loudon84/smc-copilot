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_rels/slide1.xml.rels><?xml version="1.0" encoding="UTF-8"?>
<Relationships xmlns="http://schemas.openxmlformats.org/package/2006/relationships">
  <Relationship Id="rId2" Type="http://schemas.openxmlformats.org/officeDocument/2006/relationships/image" Target="../media/block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幻灯片一：中文标题</a:t>
            </a:r>
          </a:p>
        </p:txBody>
      </p:sp>
      <p:pic>
        <p:nvPicPr>
          <p:cNvPr id="3" name="pic"/>
          <p:cNvPicPr/>
          <p:nvPr/>
        </p:nvPicPr>
        <p:blipFill>
          <a:blip r:embed="rId2"/>
          <a:stretch>
            <a:fillRect/>
          </a:stretch>
        </p:blipFill>
        <p:spPr/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幻灯片二：仅标题</a:t>
            </a:r>
          </a:p>
        </p:txBody>
      </p:sp>
    </p:spTree>
  </p:cSld>
</p:sld>
</file>